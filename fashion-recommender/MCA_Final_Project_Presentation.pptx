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5486400" cy="4572000"/>
          </a:xfrm>
          <a:prstGeom prst="ellipse">
            <a:avLst/>
          </a:prstGeom>
          <a:solidFill>
            <a:srgbClr val="16A34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Calibri"/>
              </a:rPr>
              <a:t>MCA FINAL YEAR PROJECT  •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AI-Powered Fashion
Outfit Recommender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BD5E1"/>
                </a:solidFill>
                <a:latin typeface="Calibri"/>
              </a:rPr>
              <a:t>An Intelligent Outfit Recommendation System Using Generative AI &amp; Virtual Try-On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Submitted By:  </a:t>
            </a:r>
            <a:r>
              <a:rPr sz="1200">
                <a:solidFill>
                  <a:srgbClr val="CBD5E1"/>
                </a:solidFill>
                <a:latin typeface="Calibri"/>
              </a:rPr>
              <a:t>[Student Name]  •  [Roll Number]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Guide:  </a:t>
            </a:r>
            <a:r>
              <a:rPr sz="1200">
                <a:solidFill>
                  <a:srgbClr val="CBD5E1"/>
                </a:solidFill>
                <a:latin typeface="Calibri"/>
              </a:rPr>
              <a:t>[Guide Name]  •  [Designation]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Department:  </a:t>
            </a:r>
            <a:r>
              <a:rPr sz="1200">
                <a:solidFill>
                  <a:srgbClr val="CBD5E1"/>
                </a:solidFill>
                <a:latin typeface="Calibri"/>
              </a:rPr>
              <a:t>Department of Computer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Calibri"/>
              </a:rPr>
              <a:t>University:  </a:t>
            </a:r>
            <a:r>
              <a:rPr sz="1200">
                <a:solidFill>
                  <a:srgbClr val="CBD5E1"/>
                </a:solidFill>
                <a:latin typeface="Calibri"/>
              </a:rPr>
              <a:t>[University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What is this project about?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A full-stack web application that uses AI to recommend complete, coordinated outfits to online shoppers.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Powered by Google Gemini 2.0 Flash – </a:t>
            </a:r>
            <a:r>
              <a:rPr sz="1800">
                <a:solidFill>
                  <a:srgbClr val="CBD5E1"/>
                </a:solidFill>
                <a:latin typeface="Calibri"/>
              </a:rPr>
              <a:t>a large language model that understands fashion context, color harmony, and occasion suitability.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Includes Virtual Try-On using IDM-VTON so users can see how clothes look on a model before buying.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Built as a complete e-commerce platform with cart, wishlist, checkout, orders, and user profiles.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Targets the problem of decision fatigue – </a:t>
            </a:r>
            <a:r>
              <a:rPr sz="1800">
                <a:solidFill>
                  <a:srgbClr val="CBD5E1"/>
                </a:solidFill>
                <a:latin typeface="Calibri"/>
              </a:rPr>
              <a:t>helping users find the perfect outfit in seconds instead of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What problem does this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Decision Fatigue – </a:t>
            </a:r>
            <a:r>
              <a:rPr sz="1800">
                <a:solidFill>
                  <a:srgbClr val="CBD5E1"/>
                </a:solidFill>
                <a:latin typeface="Calibri"/>
              </a:rPr>
              <a:t>Online fashion stores have thousands of products, making it hard for users to choose matching outfits.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No Outfit-Level Thinking – </a:t>
            </a:r>
            <a:r>
              <a:rPr sz="1800">
                <a:solidFill>
                  <a:srgbClr val="CBD5E1"/>
                </a:solidFill>
                <a:latin typeface="Calibri"/>
              </a:rPr>
              <a:t>Current platforms recommend single products, not coordinated outfits (top + bottom + shoes + accessories).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No Color or Occasion Awareness – </a:t>
            </a:r>
            <a:r>
              <a:rPr sz="1800">
                <a:solidFill>
                  <a:srgbClr val="CBD5E1"/>
                </a:solidFill>
                <a:latin typeface="Calibri"/>
              </a:rPr>
              <a:t>Existing systems don't understand which colors go together or what's appropriate for a party vs. office.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Can't Visualize Before Buying – </a:t>
            </a:r>
            <a:r>
              <a:rPr sz="1800">
                <a:solidFill>
                  <a:srgbClr val="CBD5E1"/>
                </a:solidFill>
                <a:latin typeface="Calibri"/>
              </a:rPr>
              <a:t>Shoppers cannot see how a complete outfit looks when worn together, leading to 25–40% return rates.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Expensive Solutions – </a:t>
            </a:r>
            <a:r>
              <a:rPr sz="1800">
                <a:solidFill>
                  <a:srgbClr val="CBD5E1"/>
                </a:solidFill>
                <a:latin typeface="Calibri"/>
              </a:rPr>
              <a:t>Existing styling tools (like Stitch Fix) use paid human stylists or proprietary AI that small businesses can't afford.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What we aim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Build an AI recommendation engine using Google Gemini that creates complete, occasion-appropriate outfits.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Implement Virtual Try-On using IDM-VTON so users can see recommended clothes on a model image.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Design a 4-tier fallback system (Gemini → HuggingFace LLM → Color Rules → Random) to ensure 100% availability.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Develop a full e-commerce platform with authentication, cart, wishlist, checkout, orders, and profile management.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Use only FREE AI APIs (Gemini free tier, HuggingFace free inference) – </a:t>
            </a:r>
            <a:r>
              <a:rPr sz="1800">
                <a:solidFill>
                  <a:srgbClr val="CBD5E1"/>
                </a:solidFill>
                <a:latin typeface="Calibri"/>
              </a:rPr>
              <a:t>making it affordable for any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What's currently available and its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Amazon / Myntra – </a:t>
            </a:r>
            <a:r>
              <a:rPr sz="1800">
                <a:solidFill>
                  <a:srgbClr val="CBD5E1"/>
                </a:solidFill>
                <a:latin typeface="Calibri"/>
              </a:rPr>
              <a:t>Use collaborative filtering ("people who bought X also bought Y") – no outfit coordination.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Stitch Fix – </a:t>
            </a:r>
            <a:r>
              <a:rPr sz="1800">
                <a:solidFill>
                  <a:srgbClr val="CBD5E1"/>
                </a:solidFill>
                <a:latin typeface="Calibri"/>
              </a:rPr>
              <a:t>Uses human stylists + ML, but it's expensive and not real-time.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Google Shopping – </a:t>
            </a:r>
            <a:r>
              <a:rPr sz="1800">
                <a:solidFill>
                  <a:srgbClr val="CBD5E1"/>
                </a:solidFill>
                <a:latin typeface="Calibri"/>
              </a:rPr>
              <a:t>Content-based recommendations, but no outfit-level intelligence.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None of them offer: AI-powered complete outfits + Virtual Try-On + Color coordination + Free APIs.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Key Gap: No affordable system combines LLM-based outfit intelligence with visual try-on for small/medium businesses.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6/15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How our system solves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AI Stylist – </a:t>
            </a:r>
            <a:r>
              <a:rPr sz="1800">
                <a:solidFill>
                  <a:srgbClr val="CBD5E1"/>
                </a:solidFill>
                <a:latin typeface="Calibri"/>
              </a:rPr>
              <a:t>Google Gemini analyzes product attributes and picks coordinated items for a complete outfit.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Occasion-Based – </a:t>
            </a:r>
            <a:r>
              <a:rPr sz="1800">
                <a:solidFill>
                  <a:srgbClr val="CBD5E1"/>
                </a:solidFill>
                <a:latin typeface="Calibri"/>
              </a:rPr>
              <a:t>Recommends different outfits for Casual, Office, Party, and Street occasions.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Virtual Try-On – </a:t>
            </a:r>
            <a:r>
              <a:rPr sz="1800">
                <a:solidFill>
                  <a:srgbClr val="CBD5E1"/>
                </a:solidFill>
                <a:latin typeface="Calibri"/>
              </a:rPr>
              <a:t>Uses IDM-VTON to show actual product images on a model (not generic stock photos).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Smart Fallback – </a:t>
            </a:r>
            <a:r>
              <a:rPr sz="1800">
                <a:solidFill>
                  <a:srgbClr val="CBD5E1"/>
                </a:solidFill>
                <a:latin typeface="Calibri"/>
              </a:rPr>
              <a:t>If Gemini is unavailable, system falls back to HuggingFace LLM → Color rules → Random – always works.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Full E-Commerce – </a:t>
            </a:r>
            <a:r>
              <a:rPr sz="1800">
                <a:solidFill>
                  <a:srgbClr val="CBD5E1"/>
                </a:solidFill>
                <a:latin typeface="Calibri"/>
              </a:rPr>
              <a:t>Registration, login, product catalog, cart, wishlist, multi-step checkout, order tracking, and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Three-tier microservices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Next.js 16 (React 19)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TypeScript + Tailwind CSS 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NextAuth.js (JWT sessions)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React Context (Cart, Wishlist)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Server + Client 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6616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FastAPI (Python)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Google Gemini 2.0 Flash API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HuggingFace Inference API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IDM-VTON (Gradio Client)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PIL for image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6616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MongoDB (NoSQL)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Motor (async driver)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8 collections: products, users,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carts, wishlists, orders,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collections, outfits, payments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14800" y="3200400"/>
            <a:ext cx="365760" cy="32004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9560" y="3200400"/>
            <a:ext cx="365760" cy="32004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Modern full-stack with AI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Next.js 16.1.6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React 19.2.3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TypeScript 5.x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Tailwind CSS 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NextAuth.js 4.24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743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3774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FastAPI (Python)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Uvicorn ASGI Server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Pydantic Models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bcrypt (passwords)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Motor (async MongoDB)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743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AI /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Google Gemini 2.0 Flash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HuggingFace FLUX.1-schnell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Stable Diffusion XL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IDM-VTON (Virtual Try-On)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PIL / Pillow (imaging)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743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Database &amp;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3774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MongoDB 6.0+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Git + GitHub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Vercel (deployment)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Postman (API testing)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Jest (unit testing)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9/15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Modules &amp;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7 core modules powering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1. User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Registration, Login,
JWT sessions,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2. Product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Search, Filter, Sort,
Collections,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3. AI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Gemini AI, 4-tier
fallback, Style tips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73736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874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4. Virtual Try-On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240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IDM-VTON, FLUX
image gen, Face overlay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5. Shopping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MongoDB + localStorage
Optimistic UI, GST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93192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0690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6. Wishlist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4348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Save for later,
Toggle, Drawer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2743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0690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7. Checkout &amp;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348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  <a:latin typeface="Calibri"/>
              </a:rPr>
              <a:t>Multi-step, Card/UPI/
COD, Order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10/15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How the AI recommendation engine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AI RECOMMENDATION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1. User selects a product + occasion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2. Backend queries MongoDB for candidates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3. Gemini AI analyzes &amp; picks best matches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4. Returns coordinated outfit + style tips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Fallback Chain: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Gemini 2.0 Flash (primary)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→ HuggingFace SmolLM3 (backup)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→ Color coordination rules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→ Random selection (last resort)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IMAGE GENERATION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40280"/>
            <a:ext cx="1371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1. IDM-VTON Virtual Try-On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 Uses actual product image on model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2. FLUX.1-schnell Text-to-Image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 Gemini writes prompt → HF generates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3. Fallback Grid Composition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   Product images arranged in grid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C55E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All strategies are 100% FREE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Results &amp; Output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Key screens from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74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74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Hero section, trending
products, AI features,
collections grid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74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AI Stylist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194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Product card, occasion
selector, AI-recommended
items, style tips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874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874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Virtual Try-On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Generated outfit image
from IDM-VTON or
text-to-image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Cart &amp; 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480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Item list, quantities,
GST calc, multi-step
checkout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023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4160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80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Search, filter by category,
price sort, responsive
grid layout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2336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4160520"/>
            <a:ext cx="128016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64748B"/>
                </a:solidFill>
                <a:latin typeface="Calibri"/>
              </a:rPr>
              <a:t>
Insert
Screenshot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160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2C55E"/>
                </a:solidFill>
                <a:latin typeface="Calibri"/>
              </a:rPr>
              <a:t>User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4805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BD5E1"/>
                </a:solidFill>
                <a:latin typeface="Calibri"/>
              </a:rPr>
              <a:t>Edit profile, gender/style
preferences, order
history, password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Why this system stands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100% Free AI Stack – </a:t>
            </a:r>
            <a:r>
              <a:rPr sz="1800">
                <a:solidFill>
                  <a:srgbClr val="CBD5E1"/>
                </a:solidFill>
                <a:latin typeface="Calibri"/>
              </a:rPr>
              <a:t>Uses Gemini free tier and HuggingFace free inference. Zero API cost for development.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Always Works – </a:t>
            </a:r>
            <a:r>
              <a:rPr sz="1800">
                <a:solidFill>
                  <a:srgbClr val="CBD5E1"/>
                </a:solidFill>
                <a:latin typeface="Calibri"/>
              </a:rPr>
              <a:t>4-tier fallback (AI → LLM → Rules → Random) ensures outfit recommendations are never unavailable.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Real Product Visualization – </a:t>
            </a:r>
            <a:r>
              <a:rPr sz="1800">
                <a:solidFill>
                  <a:srgbClr val="CBD5E1"/>
                </a:solidFill>
                <a:latin typeface="Calibri"/>
              </a:rPr>
              <a:t>IDM-VTON shows actual product images on a model, not generic stock photos.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Fashion Intelligence – </a:t>
            </a:r>
            <a:r>
              <a:rPr sz="1800">
                <a:solidFill>
                  <a:srgbClr val="CBD5E1"/>
                </a:solidFill>
                <a:latin typeface="Calibri"/>
              </a:rPr>
              <a:t>Understands color coordination, occasion suitability, and style coherence (not just "similar items").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Modern &amp; Fast – </a:t>
            </a:r>
            <a:r>
              <a:rPr sz="1800">
                <a:solidFill>
                  <a:srgbClr val="CBD5E1"/>
                </a:solidFill>
                <a:latin typeface="Calibri"/>
              </a:rPr>
              <a:t>Next.js Server Components, optimistic UI updates, responsive design across all devices.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Summary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Successfully built an AI-powered fashion recommendation system using Google Gemini 2.0 Flash, HuggingFace, and IDM-VTON.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multi-tier fallback architecture ensures 100% recommendation availability – </a:t>
            </a:r>
            <a:r>
              <a:rPr sz="1800">
                <a:solidFill>
                  <a:srgbClr val="CBD5E1"/>
                </a:solidFill>
                <a:latin typeface="Calibri"/>
              </a:rPr>
              <a:t>a key engineering contribution.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Demonstrates that Large Language Models can serve as effective fashion stylists with proper prompting strategies.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Complete e-commerce platform with all essential features: auth, catalog, cart, wishlist, checkout, orders, profiles.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>
                <a:solidFill>
                  <a:srgbClr val="CBD5E1"/>
                </a:solidFill>
                <a:latin typeface="Calibri"/>
              </a:rPr>
              <a:t>Free-tier AI approach proves that sophisticated AI features are accessible to small and medium businesses.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4748B"/>
                </a:solidFill>
                <a:latin typeface="Calibri"/>
              </a:rPr>
              <a:t>AI-Powered Fashion Outfit Recommender  |  MCA Final Year Project  | 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Calibri"/>
              </a:rPr>
              <a:t>What can be added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Real Payment Gateway – </a:t>
            </a:r>
            <a:r>
              <a:rPr sz="1800">
                <a:solidFill>
                  <a:srgbClr val="CBD5E1"/>
                </a:solidFill>
                <a:latin typeface="Calibri"/>
              </a:rPr>
              <a:t>Integrate Razorpay or Stripe for live payment processing.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User Feedback Loop – </a:t>
            </a:r>
            <a:r>
              <a:rPr sz="1800">
                <a:solidFill>
                  <a:srgbClr val="CBD5E1"/>
                </a:solidFill>
                <a:latin typeface="Calibri"/>
              </a:rPr>
              <a:t>Let users rate outfits to improve AI recommendations using RLHF.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Wardrobe Manager – </a:t>
            </a:r>
            <a:r>
              <a:rPr sz="1800">
                <a:solidFill>
                  <a:srgbClr val="CBD5E1"/>
                </a:solidFill>
                <a:latin typeface="Calibri"/>
              </a:rPr>
              <a:t>Users upload existing clothes and get recommendations that complement what they already own.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Weather-Based Styling – </a:t>
            </a:r>
            <a:r>
              <a:rPr sz="1800">
                <a:solidFill>
                  <a:srgbClr val="CBD5E1"/>
                </a:solidFill>
                <a:latin typeface="Calibri"/>
              </a:rPr>
              <a:t>Connect weather API to suggest outfits based on today's forecast.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▸  </a:t>
            </a:r>
            <a:r>
              <a:rPr sz="1800" b="1">
                <a:solidFill>
                  <a:srgbClr val="FFFFFF"/>
                </a:solidFill>
                <a:latin typeface="Calibri"/>
              </a:rPr>
              <a:t>Mobile App – </a:t>
            </a:r>
            <a:r>
              <a:rPr sz="1800">
                <a:solidFill>
                  <a:srgbClr val="CBD5E1"/>
                </a:solidFill>
                <a:latin typeface="Calibri"/>
              </a:rPr>
              <a:t>Build native iOS/Android apps using React Native for a better mobile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914400"/>
            <a:ext cx="7315200" cy="5486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C55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alibri"/>
              </a:rPr>
              <a:t>[Student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5371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alibri"/>
              </a:rPr>
              <a:t>[Email Address]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01184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alibri"/>
              </a:rPr>
              <a:t>MCA 2nd Year  •  [University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48656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alibri"/>
              </a:rPr>
              <a:t>Project Guide: [Guide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